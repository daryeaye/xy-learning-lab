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Lobster"/>
      <p:regular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Comfortaa Medium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bster-regular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omfortaaMedium-bold.fntdata"/><Relationship Id="rId25" Type="http://schemas.openxmlformats.org/officeDocument/2006/relationships/font" Target="fonts/Comfortaa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a3e3045d1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0a3e3045d1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91dea5d9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91dea5d9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091dea5d9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091dea5d9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91dea5d9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91dea5d9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91dea5d9c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091dea5d9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91dea5d9c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091dea5d9c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091dea5d9c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091dea5d9c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091dea5d9c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091dea5d9c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0a3e3045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0a3e3045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0a3e3045d1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0a3e3045d1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a3e3045d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0a3e3045d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e428a4c8a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e428a4c8a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a04bf22d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a04bf22d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0a3e3045d1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0a3e3045d1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Relationship Id="rId4" Type="http://schemas.openxmlformats.org/officeDocument/2006/relationships/hyperlink" Target="https://www.youtube.com/watch?v=HsoPDLk_WEg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Relationship Id="rId4" Type="http://schemas.openxmlformats.org/officeDocument/2006/relationships/hyperlink" Target="https://t-pbl.com/xinlindywane/PGA.png" TargetMode="External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Relationship Id="rId4" Type="http://schemas.openxmlformats.org/officeDocument/2006/relationships/hyperlink" Target="https://t-pbl.com/xinlindywane/PGA.png" TargetMode="External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hyperlink" Target="https://t-pbl.com/xinlindywane/PGA.png" TargetMode="External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Relationship Id="rId4" Type="http://schemas.openxmlformats.org/officeDocument/2006/relationships/hyperlink" Target="https://t-pbl.com/xinlindywane/PGA.png" TargetMode="External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hyperlink" Target="https://t-pbl.com/xinlindywane/PGA.png" TargetMode="External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jpg"/><Relationship Id="rId4" Type="http://schemas.openxmlformats.org/officeDocument/2006/relationships/hyperlink" Target="https://t-pbl.com/xinlindywane/PGA.png" TargetMode="External"/><Relationship Id="rId5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jpg"/><Relationship Id="rId4" Type="http://schemas.openxmlformats.org/officeDocument/2006/relationships/hyperlink" Target="https://t-pbl.com/xinlindywane/PGB.png" TargetMode="External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19850" y="0"/>
            <a:ext cx="624150" cy="359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" name="Google Shape;55;p13"/>
          <p:cNvSpPr txBox="1"/>
          <p:nvPr/>
        </p:nvSpPr>
        <p:spPr>
          <a:xfrm>
            <a:off x="7672362" y="4980206"/>
            <a:ext cx="1515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000000"/>
                </a:solidFill>
                <a:highlight>
                  <a:srgbClr val="EEEEEE"/>
                </a:highlight>
                <a:latin typeface="Inter"/>
                <a:ea typeface="Inter"/>
                <a:cs typeface="Inter"/>
                <a:sym typeface="Inter"/>
              </a:rPr>
              <a:t>©TruePBL. All rights reserved.</a:t>
            </a:r>
            <a:endParaRPr b="0" sz="800">
              <a:solidFill>
                <a:srgbClr val="000000"/>
              </a:solidFill>
              <a:highlight>
                <a:srgbClr val="EEEEEE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12" y="4989006"/>
            <a:ext cx="1515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000000"/>
                </a:solidFill>
                <a:highlight>
                  <a:srgbClr val="EEEEEE"/>
                </a:highlight>
                <a:latin typeface="Inter"/>
                <a:ea typeface="Inter"/>
                <a:cs typeface="Inter"/>
                <a:sym typeface="Inter"/>
              </a:rPr>
              <a:t>©TruePBL. All rights reserved.</a:t>
            </a:r>
            <a:endParaRPr b="0" sz="800">
              <a:solidFill>
                <a:srgbClr val="000000"/>
              </a:solidFill>
              <a:highlight>
                <a:srgbClr val="EEEEEE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9325" y="105730"/>
            <a:ext cx="1404725" cy="32083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" name="Google Shape;66;p15"/>
          <p:cNvSpPr txBox="1"/>
          <p:nvPr/>
        </p:nvSpPr>
        <p:spPr>
          <a:xfrm>
            <a:off x="4928375" y="162942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592900" y="162942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7599325" y="162942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6263850" y="162942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285600" y="335052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5571150" y="335052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247675" y="2272400"/>
            <a:ext cx="37497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247675" y="3937800"/>
            <a:ext cx="37497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2" y="4989006"/>
            <a:ext cx="1515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000000"/>
                </a:solidFill>
                <a:highlight>
                  <a:srgbClr val="EEEEEE"/>
                </a:highlight>
                <a:latin typeface="Inter"/>
                <a:ea typeface="Inter"/>
                <a:cs typeface="Inter"/>
                <a:sym typeface="Inter"/>
              </a:rPr>
              <a:t>©TruePBL. All rights reserved.</a:t>
            </a:r>
            <a:endParaRPr b="0" sz="800">
              <a:solidFill>
                <a:srgbClr val="000000"/>
              </a:solidFill>
              <a:highlight>
                <a:srgbClr val="EEEEEE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/>
        </p:nvSpPr>
        <p:spPr>
          <a:xfrm>
            <a:off x="1768500" y="1171250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433025" y="1171250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4439450" y="1171250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103975" y="1171250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1125725" y="293652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2411275" y="293652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1087800" y="1814225"/>
            <a:ext cx="37497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1087800" y="3523800"/>
            <a:ext cx="37497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87" name="Google Shape;87;p16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99325" y="105730"/>
            <a:ext cx="1404725" cy="32083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" name="Google Shape;88;p16"/>
          <p:cNvSpPr txBox="1"/>
          <p:nvPr/>
        </p:nvSpPr>
        <p:spPr>
          <a:xfrm>
            <a:off x="12" y="4989006"/>
            <a:ext cx="1515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000000"/>
                </a:solidFill>
                <a:highlight>
                  <a:srgbClr val="EEEEEE"/>
                </a:highlight>
                <a:latin typeface="Inter"/>
                <a:ea typeface="Inter"/>
                <a:cs typeface="Inter"/>
                <a:sym typeface="Inter"/>
              </a:rPr>
              <a:t>©TruePBL. All rights reserved.</a:t>
            </a:r>
            <a:endParaRPr b="0" sz="800">
              <a:solidFill>
                <a:srgbClr val="000000"/>
              </a:solidFill>
              <a:highlight>
                <a:srgbClr val="EEEEEE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/>
        </p:nvSpPr>
        <p:spPr>
          <a:xfrm>
            <a:off x="5338875" y="128172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3941525" y="128172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8133550" y="128172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6736213" y="128172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4696100" y="347122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5981650" y="347122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4658175" y="1924700"/>
            <a:ext cx="37497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4658175" y="4058500"/>
            <a:ext cx="37497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101" name="Google Shape;101;p17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3725" y="4310055"/>
            <a:ext cx="1404725" cy="32083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" name="Google Shape;102;p17"/>
          <p:cNvSpPr txBox="1"/>
          <p:nvPr/>
        </p:nvSpPr>
        <p:spPr>
          <a:xfrm>
            <a:off x="12" y="4989006"/>
            <a:ext cx="1515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000000"/>
                </a:solidFill>
                <a:highlight>
                  <a:srgbClr val="EEEEEE"/>
                </a:highlight>
                <a:latin typeface="Inter"/>
                <a:ea typeface="Inter"/>
                <a:cs typeface="Inter"/>
                <a:sym typeface="Inter"/>
              </a:rPr>
              <a:t>©TruePBL. All rights reserved.</a:t>
            </a:r>
            <a:endParaRPr b="0" sz="800">
              <a:solidFill>
                <a:srgbClr val="000000"/>
              </a:solidFill>
              <a:highlight>
                <a:srgbClr val="EEEEEE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/>
        </p:nvSpPr>
        <p:spPr>
          <a:xfrm>
            <a:off x="1768500" y="1171250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433025" y="1171250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4439450" y="1171250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3103975" y="1171250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1125725" y="293652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2411275" y="293652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1087800" y="1814225"/>
            <a:ext cx="37497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1087800" y="3523800"/>
            <a:ext cx="37497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115" name="Google Shape;115;p18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56700" y="4134505"/>
            <a:ext cx="1404725" cy="32083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" name="Google Shape;116;p18"/>
          <p:cNvSpPr txBox="1"/>
          <p:nvPr/>
        </p:nvSpPr>
        <p:spPr>
          <a:xfrm>
            <a:off x="12" y="4989006"/>
            <a:ext cx="1515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000000"/>
                </a:solidFill>
                <a:highlight>
                  <a:srgbClr val="EEEEEE"/>
                </a:highlight>
                <a:latin typeface="Inter"/>
                <a:ea typeface="Inter"/>
                <a:cs typeface="Inter"/>
                <a:sym typeface="Inter"/>
              </a:rPr>
              <a:t>©TruePBL. All rights reserved.</a:t>
            </a:r>
            <a:endParaRPr b="0" sz="800">
              <a:solidFill>
                <a:srgbClr val="000000"/>
              </a:solidFill>
              <a:highlight>
                <a:srgbClr val="EEEEEE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5444950" y="124197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4109475" y="124197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8115900" y="124197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6780425" y="124197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4764250" y="1884950"/>
            <a:ext cx="37497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4802175" y="339607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6087725" y="3396075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4764250" y="3983350"/>
            <a:ext cx="37497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129" name="Google Shape;129;p1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050" y="4310055"/>
            <a:ext cx="1404725" cy="32083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0" name="Google Shape;130;p19"/>
          <p:cNvSpPr txBox="1"/>
          <p:nvPr/>
        </p:nvSpPr>
        <p:spPr>
          <a:xfrm>
            <a:off x="12" y="4989006"/>
            <a:ext cx="1515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000000"/>
                </a:solidFill>
                <a:highlight>
                  <a:srgbClr val="EEEEEE"/>
                </a:highlight>
                <a:latin typeface="Inter"/>
                <a:ea typeface="Inter"/>
                <a:cs typeface="Inter"/>
                <a:sym typeface="Inter"/>
              </a:rPr>
              <a:t>©TruePBL. All rights reserved.</a:t>
            </a:r>
            <a:endParaRPr b="0" sz="800">
              <a:solidFill>
                <a:srgbClr val="000000"/>
              </a:solidFill>
              <a:highlight>
                <a:srgbClr val="EEEEEE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/>
        </p:nvSpPr>
        <p:spPr>
          <a:xfrm>
            <a:off x="1663688" y="1444850"/>
            <a:ext cx="911100" cy="4311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328213" y="1444850"/>
            <a:ext cx="911100" cy="4311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4334638" y="1444850"/>
            <a:ext cx="911100" cy="4311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2999163" y="1444850"/>
            <a:ext cx="911100" cy="4311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964075" y="2035175"/>
            <a:ext cx="37497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1002000" y="3157450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2287550" y="3157450"/>
            <a:ext cx="9111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964075" y="3744725"/>
            <a:ext cx="3749700" cy="4926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143" name="Google Shape;143;p20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7925" y="4090630"/>
            <a:ext cx="1404725" cy="32083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4" name="Google Shape;144;p20"/>
          <p:cNvSpPr txBox="1"/>
          <p:nvPr/>
        </p:nvSpPr>
        <p:spPr>
          <a:xfrm>
            <a:off x="12" y="4989006"/>
            <a:ext cx="1515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000000"/>
                </a:solidFill>
                <a:highlight>
                  <a:srgbClr val="EEEEEE"/>
                </a:highlight>
                <a:latin typeface="Inter"/>
                <a:ea typeface="Inter"/>
                <a:cs typeface="Inter"/>
                <a:sym typeface="Inter"/>
              </a:rPr>
              <a:t>©TruePBL. All rights reserved.</a:t>
            </a:r>
            <a:endParaRPr b="0" sz="800">
              <a:solidFill>
                <a:srgbClr val="000000"/>
              </a:solidFill>
              <a:highlight>
                <a:srgbClr val="EEEEEE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/>
          <p:nvPr/>
        </p:nvSpPr>
        <p:spPr>
          <a:xfrm>
            <a:off x="4463600" y="975500"/>
            <a:ext cx="2631000" cy="541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1"/>
          <p:cNvSpPr txBox="1"/>
          <p:nvPr/>
        </p:nvSpPr>
        <p:spPr>
          <a:xfrm>
            <a:off x="7628412" y="4953006"/>
            <a:ext cx="1515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000000"/>
                </a:solidFill>
                <a:highlight>
                  <a:srgbClr val="EEEEEE"/>
                </a:highlight>
                <a:latin typeface="Inter"/>
                <a:ea typeface="Inter"/>
                <a:cs typeface="Inter"/>
                <a:sym typeface="Inter"/>
              </a:rPr>
              <a:t>©TruePBL. All rights reserved.</a:t>
            </a:r>
            <a:endParaRPr b="0" sz="800">
              <a:solidFill>
                <a:srgbClr val="000000"/>
              </a:solidFill>
              <a:highlight>
                <a:srgbClr val="EEEEEE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/>
        </p:nvSpPr>
        <p:spPr>
          <a:xfrm>
            <a:off x="433063" y="2571750"/>
            <a:ext cx="590100" cy="3231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5912375" y="1451900"/>
            <a:ext cx="2394900" cy="4617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1310138" y="2571750"/>
            <a:ext cx="590100" cy="354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2187213" y="2571750"/>
            <a:ext cx="590100" cy="354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59" name="Google Shape;159;p22"/>
          <p:cNvSpPr txBox="1"/>
          <p:nvPr/>
        </p:nvSpPr>
        <p:spPr>
          <a:xfrm>
            <a:off x="3064288" y="2571750"/>
            <a:ext cx="590100" cy="354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777500" y="3000275"/>
            <a:ext cx="2286900" cy="4002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871600" y="3698125"/>
            <a:ext cx="590100" cy="354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62" name="Google Shape;162;p22"/>
          <p:cNvSpPr txBox="1"/>
          <p:nvPr/>
        </p:nvSpPr>
        <p:spPr>
          <a:xfrm>
            <a:off x="1748675" y="3698125"/>
            <a:ext cx="590100" cy="3540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777500" y="4098300"/>
            <a:ext cx="2286900" cy="4002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12" y="4989006"/>
            <a:ext cx="1515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000000"/>
                </a:solidFill>
                <a:highlight>
                  <a:srgbClr val="EEEEEE"/>
                </a:highlight>
                <a:latin typeface="Inter"/>
                <a:ea typeface="Inter"/>
                <a:cs typeface="Inter"/>
                <a:sym typeface="Inter"/>
              </a:rPr>
              <a:t>©TruePBL. All rights reserved.</a:t>
            </a:r>
            <a:endParaRPr b="0" sz="800">
              <a:solidFill>
                <a:srgbClr val="000000"/>
              </a:solidFill>
              <a:highlight>
                <a:srgbClr val="EEEEEE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/>
        </p:nvSpPr>
        <p:spPr>
          <a:xfrm>
            <a:off x="12" y="4989006"/>
            <a:ext cx="1515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000000"/>
                </a:solidFill>
                <a:highlight>
                  <a:srgbClr val="EEEEEE"/>
                </a:highlight>
                <a:latin typeface="Inter"/>
                <a:ea typeface="Inter"/>
                <a:cs typeface="Inter"/>
                <a:sym typeface="Inter"/>
              </a:rPr>
              <a:t>©TruePBL. All rights reserved.</a:t>
            </a:r>
            <a:endParaRPr b="0" sz="800">
              <a:solidFill>
                <a:srgbClr val="000000"/>
              </a:solidFill>
              <a:highlight>
                <a:srgbClr val="EEEEEE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4"/>
          <p:cNvPicPr preferRelativeResize="0"/>
          <p:nvPr/>
        </p:nvPicPr>
        <p:blipFill rotWithShape="1">
          <a:blip r:embed="rId4">
            <a:alphaModFix/>
          </a:blip>
          <a:srcRect b="0" l="15315" r="12582" t="0"/>
          <a:stretch/>
        </p:blipFill>
        <p:spPr>
          <a:xfrm>
            <a:off x="1428271" y="1202500"/>
            <a:ext cx="913100" cy="126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26686" y="1095475"/>
            <a:ext cx="1617740" cy="126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56676" y="1095475"/>
            <a:ext cx="1942234" cy="126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6475" y="3181350"/>
            <a:ext cx="2003252" cy="126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63350" y="3010213"/>
            <a:ext cx="2367325" cy="160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71999" y="3137563"/>
            <a:ext cx="619750" cy="14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4"/>
          <p:cNvSpPr txBox="1"/>
          <p:nvPr/>
        </p:nvSpPr>
        <p:spPr>
          <a:xfrm>
            <a:off x="12" y="4989006"/>
            <a:ext cx="1515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000000"/>
                </a:solidFill>
                <a:highlight>
                  <a:srgbClr val="EEEEEE"/>
                </a:highlight>
                <a:latin typeface="Inter"/>
                <a:ea typeface="Inter"/>
                <a:cs typeface="Inter"/>
                <a:sym typeface="Inter"/>
              </a:rPr>
              <a:t>©TruePBL. All rights reserved.</a:t>
            </a:r>
            <a:endParaRPr b="0" sz="800">
              <a:solidFill>
                <a:srgbClr val="000000"/>
              </a:solidFill>
              <a:highlight>
                <a:srgbClr val="EEEEEE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/>
        </p:nvSpPr>
        <p:spPr>
          <a:xfrm>
            <a:off x="52675" y="70475"/>
            <a:ext cx="1640100" cy="461700"/>
          </a:xfrm>
          <a:prstGeom prst="rect">
            <a:avLst/>
          </a:prstGeom>
          <a:solidFill>
            <a:srgbClr val="FF9900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12" y="4989006"/>
            <a:ext cx="1515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000000"/>
                </a:solidFill>
                <a:highlight>
                  <a:srgbClr val="EEEEEE"/>
                </a:highlight>
                <a:latin typeface="Inter"/>
                <a:ea typeface="Inter"/>
                <a:cs typeface="Inter"/>
                <a:sym typeface="Inter"/>
              </a:rPr>
              <a:t>©TruePBL. All rights reserved.</a:t>
            </a:r>
            <a:endParaRPr b="0" sz="800">
              <a:solidFill>
                <a:srgbClr val="000000"/>
              </a:solidFill>
              <a:highlight>
                <a:srgbClr val="EEEEEE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/>
        </p:nvSpPr>
        <p:spPr>
          <a:xfrm>
            <a:off x="4713400" y="1989325"/>
            <a:ext cx="4335900" cy="4002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4713400" y="3011550"/>
            <a:ext cx="4335900" cy="4002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4713400" y="4302975"/>
            <a:ext cx="4335900" cy="4002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194" name="Google Shape;194;p26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950" y="4555830"/>
            <a:ext cx="1404725" cy="32083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5" name="Google Shape;195;p26"/>
          <p:cNvSpPr txBox="1"/>
          <p:nvPr/>
        </p:nvSpPr>
        <p:spPr>
          <a:xfrm>
            <a:off x="12" y="4989006"/>
            <a:ext cx="1515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000000"/>
                </a:solidFill>
                <a:highlight>
                  <a:srgbClr val="EEEEEE"/>
                </a:highlight>
                <a:latin typeface="Inter"/>
                <a:ea typeface="Inter"/>
                <a:cs typeface="Inter"/>
                <a:sym typeface="Inter"/>
              </a:rPr>
              <a:t>©TruePBL. All rights reserved.</a:t>
            </a:r>
            <a:endParaRPr b="0" sz="800">
              <a:solidFill>
                <a:srgbClr val="000000"/>
              </a:solidFill>
              <a:highlight>
                <a:srgbClr val="EEEEEE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